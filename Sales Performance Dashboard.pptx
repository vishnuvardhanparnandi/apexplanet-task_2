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F666-2017-39F2-3D4E-64F37EC7F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57537-84AC-47E3-1961-A285E7061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E1E62-EC1F-F229-2176-D7D2E8DC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94BE9-CD63-7D05-64E9-3DEE1A74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FD3DC-F4AC-9EDE-AEB3-6F168981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74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6799-EC33-80E7-C80D-7A7084B2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5069A-2E08-449A-03B1-6313A47A1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ED70D-900C-DC46-0BD0-00490B03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9002-2AEC-7F65-DCD4-66286814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30CFB-5E63-BF71-0A6F-A89119E3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0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3ADF-C970-6B2D-8CE1-FC7C1AF9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5CDEE-A444-95B1-DFE8-041202BA0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CAFAB-19BA-DDB8-1C7D-660531168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EDC69-A822-4673-9DCF-C42174DE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0440F-4979-1EA8-360B-A483D62E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7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525A4-6E87-820A-0A9F-91247C80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CD993-C12E-1C10-2F2D-E7540356D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F0040-87F2-A78D-2535-112AC0B0C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82BC8-6839-9A65-6DF7-9313FF9DC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48B7A-7798-1C41-A7C3-28867BD9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97D2F-045E-2D16-CF3A-34BD66E6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04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4191-6E94-DDFF-6E63-691BAC56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BD02F-B088-CA23-7898-D842D0984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5406A-B17B-D168-CF75-921A510D8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4206A0-17AD-8950-38A4-95221B4F3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19D0B0-13B3-B7F0-F5BC-C6A193720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66AFA-CF76-9EA4-85FB-52DCA0711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C3DC9-825B-F871-D938-6FC9326A4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E2B23-D257-AA55-0597-9220FF229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29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C543D-6C41-9B50-2EE9-0EE22EEB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23AFD-B38E-6134-1F36-805A339DE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1586D-E8BB-F433-22BA-FF55B707B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7D0F2-270F-E067-3DFC-10F0104A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170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4166EA-D4FC-7F00-031C-5AB23137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62EBA7-032C-AC6F-81A2-B9DEAB20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4D0BE-0541-3E1B-4BC8-E43560E6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84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FF74-7296-E81F-77FF-5B8AE3DE1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6CF34-F7AD-1C61-9384-94749A0AA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DC7E0-58A4-EC0E-4087-F5E676BDD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392E4-36AB-2AD4-A104-1FC67619E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22D17-4510-BF01-3CEB-5F12AB84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1E932-0558-D7E7-E221-7714915A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21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F838-DA8D-1468-9D62-6C3A01AD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8773A1-534F-FB03-F691-352EEC174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728B4-5064-35BD-CA8F-58257D9A9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B2964-427D-26B3-5FAC-D0E2B0FC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02B8B-616E-DB2D-1EDD-31FD5E0D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3EE8A-5472-0236-6A36-A2A16A94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53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E9FD-63FB-C444-2D87-FB9E2F39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8BCAB-7595-6626-A5CB-FA85E2C4B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F626D-0F8D-5F20-E21A-13CFC64EE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C3DF6-10BC-A58D-1178-CFF47B48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40D5-08E8-6A9D-4419-4138F812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93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1FD78-C303-DBFC-170F-BF82DC5C7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7B41D-3A77-7BCA-2C73-44E657B5F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C7C4C-D717-647C-75CA-7708C26D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78B56-0E1C-6F49-815E-05FD901E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E6CA8-9BBC-AA26-58ED-5338993D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5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EA458A-BEE1-6A77-9365-AB9968C78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9F236-5A76-7581-8BD3-592A96A4E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D84DF-1C84-2317-FE5F-2F37F9342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68022-CA29-42E2-A496-B7AFB42859D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A4139-292D-0797-3AF2-0667B0C1A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A4A72-81C1-5105-4AA5-F2F4324A9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C1B73-EE11-470A-8B28-CD9F31357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452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DDF439-9F4C-92F4-9F41-B9BDE03C2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43" y="247138"/>
            <a:ext cx="11288738" cy="490281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Sales Performance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BFBA7-3B2B-7069-6B80-7D1BDDD9E84C}"/>
              </a:ext>
            </a:extLst>
          </p:cNvPr>
          <p:cNvSpPr txBox="1"/>
          <p:nvPr/>
        </p:nvSpPr>
        <p:spPr>
          <a:xfrm>
            <a:off x="378542" y="878051"/>
            <a:ext cx="2244228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Total Sales</a:t>
            </a:r>
          </a:p>
          <a:p>
            <a:pPr algn="ctr"/>
            <a:r>
              <a:rPr lang="en-IN" b="1" dirty="0"/>
              <a:t>$618.47K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E55AC0-0914-10C9-191A-F9581AE8060F}"/>
              </a:ext>
            </a:extLst>
          </p:cNvPr>
          <p:cNvSpPr txBox="1"/>
          <p:nvPr/>
        </p:nvSpPr>
        <p:spPr>
          <a:xfrm>
            <a:off x="9155575" y="872997"/>
            <a:ext cx="2502526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Top Customer</a:t>
            </a:r>
          </a:p>
          <a:p>
            <a:r>
              <a:rPr lang="en-IN" dirty="0"/>
              <a:t>Justin </a:t>
            </a:r>
            <a:r>
              <a:rPr lang="en-IN" dirty="0" err="1"/>
              <a:t>ellison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39658-6863-5594-382B-0AA9067E08F9}"/>
              </a:ext>
            </a:extLst>
          </p:cNvPr>
          <p:cNvSpPr txBox="1"/>
          <p:nvPr/>
        </p:nvSpPr>
        <p:spPr>
          <a:xfrm>
            <a:off x="3222211" y="872997"/>
            <a:ext cx="2359742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Top Region</a:t>
            </a:r>
          </a:p>
          <a:p>
            <a:r>
              <a:rPr lang="en-IN" dirty="0"/>
              <a:t>Central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02D9C6-AAD5-EC8E-8E32-5EE551907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462947"/>
            <a:ext cx="3027744" cy="11479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AE0522-036F-D50D-5996-F669D2932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346" y="4141713"/>
            <a:ext cx="3215709" cy="11479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4498D4-9BB0-7D81-939C-01C032EE43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082" y="5462946"/>
            <a:ext cx="3215709" cy="11479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1F4CE6-9111-F7A9-1EF9-6CEDE56AE1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929" y="5462946"/>
            <a:ext cx="3513352" cy="11479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DA2F37-A5E5-8BF9-CBDF-FB3FFCFCE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398" y="4100020"/>
            <a:ext cx="2648703" cy="118960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75284AF-641F-8ED6-D880-E5AD826F1E64}"/>
              </a:ext>
            </a:extLst>
          </p:cNvPr>
          <p:cNvSpPr txBox="1"/>
          <p:nvPr/>
        </p:nvSpPr>
        <p:spPr>
          <a:xfrm>
            <a:off x="6141100" y="891866"/>
            <a:ext cx="2502526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Top Country</a:t>
            </a:r>
          </a:p>
          <a:p>
            <a:r>
              <a:rPr lang="en-IN" dirty="0"/>
              <a:t>United States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453447-9C95-8CD0-01DB-D277713D82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542" y="1620834"/>
            <a:ext cx="4722254" cy="37355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587D83-D8E1-579C-08C4-CF52B872BE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1953" y="1614514"/>
            <a:ext cx="6085328" cy="239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5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Sales Performance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vardhan</dc:creator>
  <cp:lastModifiedBy>vishnu vardhan</cp:lastModifiedBy>
  <cp:revision>2</cp:revision>
  <dcterms:created xsi:type="dcterms:W3CDTF">2026-03-10T15:58:57Z</dcterms:created>
  <dcterms:modified xsi:type="dcterms:W3CDTF">2026-03-15T11:14:40Z</dcterms:modified>
</cp:coreProperties>
</file>